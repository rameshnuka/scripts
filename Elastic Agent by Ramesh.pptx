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8" r:id="rId2"/>
    <p:sldId id="269" r:id="rId3"/>
    <p:sldId id="265" r:id="rId4"/>
    <p:sldId id="270" r:id="rId5"/>
    <p:sldId id="27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4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17D9B6-D31D-E98E-FF73-E984D9E32EDE}" v="6" dt="2025-03-17T11:17:01.3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2"/>
    <p:restoredTop sz="90931"/>
  </p:normalViewPr>
  <p:slideViewPr>
    <p:cSldViewPr snapToGrid="0">
      <p:cViewPr varScale="1">
        <p:scale>
          <a:sx n="135" d="100"/>
          <a:sy n="135" d="100"/>
        </p:scale>
        <p:origin x="6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67C2DE-74CC-384C-BB64-8E91E6EAE8BD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A5A32D-5109-214A-87E2-4EEA139BFC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70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5A32D-5109-214A-87E2-4EEA139BFC5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1425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CEAC6-A27F-4E88-804A-844425A51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4D05C2-9DCD-E18B-37E0-7D22597B5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BA414F-5B35-4A7C-7F66-DE33BBE43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A400C-381E-E487-3FEB-2F8837709A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5A32D-5109-214A-87E2-4EEA139BFC5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7715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A7D92-8FDE-4934-40EC-49541B5A11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A7B475-DDAD-7381-C0E7-13113DAD64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294BE-7212-52F5-302D-BBA4B40E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25D0-E652-44B3-A5EE-4BE7FA8A8357}" type="datetimeFigureOut">
              <a:rPr lang="en-IN" smtClean="0"/>
              <a:t>19/06/26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CA5DE-18DA-461A-C229-9342E3502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B0690-1DB9-B1D1-C6C2-DF835BE6F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383EE-50D0-432A-837D-F9997283C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2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F4909-1F64-F231-A66A-93061412F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F255C-3112-F875-81BB-FA13D7DF2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D6BC2-61E8-C34D-295C-FC62A9A3D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25D0-E652-44B3-A5EE-4BE7FA8A8357}" type="datetimeFigureOut">
              <a:rPr lang="en-IN" smtClean="0"/>
              <a:t>19/06/26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DDB1A-DD1D-5551-2151-14D7D95F8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12D30-DE6C-5649-B8D2-C986831E4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383EE-50D0-432A-837D-F9997283C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01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44F48-1FCA-D680-68EB-54946DF0D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A2DFEA-07B3-2A36-4E6E-53ACAA0AF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0F368-8451-2FCF-FB1E-375520BAF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25D0-E652-44B3-A5EE-4BE7FA8A8357}" type="datetimeFigureOut">
              <a:rPr lang="en-IN" smtClean="0"/>
              <a:t>19/06/26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A2656-5A2E-9D5C-5FC1-BDC518757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C7021-2556-DAEA-EED8-58D3A8B00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383EE-50D0-432A-837D-F9997283C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083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D318E-FE42-E687-3A67-12FFD0A2C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86B4A-4B3A-C0FA-F7EE-03D9618BC7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6B080-3320-3217-A2F5-8D28E9602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A8D773-95B8-ADE5-BFDD-D8134898A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25D0-E652-44B3-A5EE-4BE7FA8A8357}" type="datetimeFigureOut">
              <a:rPr lang="en-IN" smtClean="0"/>
              <a:t>19/06/26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55B64-2362-A659-34A6-45CBF59A6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FD548-CDB1-18EB-43B7-33A086C0A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383EE-50D0-432A-837D-F9997283C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827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78B77-4E74-3FEB-C236-8911F362E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3C7AB-4B6F-3DE0-EA6A-974D2435F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1A0BE5-C5EF-ADB8-994C-0A2962671E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A6CB2B-89A8-4F94-C937-729C7CF1A1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1C28E7-ECBB-1FBF-EDE9-53483850A1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5E95FF-2883-6FAE-64D1-8831D29AE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25D0-E652-44B3-A5EE-4BE7FA8A8357}" type="datetimeFigureOut">
              <a:rPr lang="en-IN" smtClean="0"/>
              <a:t>19/06/26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C82FD4-A9CE-5121-B714-27110AF08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4FA031-1AE8-87DA-0D12-9E8D514AE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383EE-50D0-432A-837D-F9997283C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229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FDF01-DC97-2682-5BB1-F9DDE0886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4DDF75-E20F-9983-A3FB-BA2D56965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25D0-E652-44B3-A5EE-4BE7FA8A8357}" type="datetimeFigureOut">
              <a:rPr lang="en-IN" smtClean="0"/>
              <a:t>19/06/26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A7E9C-809A-34AB-11DD-7C762A337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DB8E31-67B9-8464-218F-8D7DF2E7C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383EE-50D0-432A-837D-F9997283C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758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0AC3AA-8B59-8465-7819-F82FF7A30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25D0-E652-44B3-A5EE-4BE7FA8A8357}" type="datetimeFigureOut">
              <a:rPr lang="en-IN" smtClean="0"/>
              <a:t>19/06/26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2AD4C5-D8EF-C9E1-BD74-26C54C5E7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D9C91-63A3-DC90-66AF-74A3A1CCB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383EE-50D0-432A-837D-F9997283C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661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FCFBA-1800-5591-70B8-4E418D1F9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587D8-687E-404B-CC01-788A13700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6BEED3-71F6-B0EB-8787-B4BD3B6E1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559800-80D8-63F7-DF89-960C4D9A5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25D0-E652-44B3-A5EE-4BE7FA8A8357}" type="datetimeFigureOut">
              <a:rPr lang="en-IN" smtClean="0"/>
              <a:t>19/06/26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8DCE0-9E19-E635-F23A-77CC0294A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8D653-DD3A-36FA-13F3-F0532E2CC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383EE-50D0-432A-837D-F9997283C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297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18FB4-D15A-111F-7AE7-ECDA6EE35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9CB285-0088-366F-7C15-6309AC2E98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A023C1-53B6-A5B1-2B82-8C439367B3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9ACAC-E752-1229-75B3-9E5937491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25D0-E652-44B3-A5EE-4BE7FA8A8357}" type="datetimeFigureOut">
              <a:rPr lang="en-IN" smtClean="0"/>
              <a:t>19/06/26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8FDBE-837F-6790-CD6E-171922ED2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52293-6DFF-7B79-FD66-DAB3A5F46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383EE-50D0-432A-837D-F9997283C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479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0BECA-F241-E6B4-7793-21258BAC0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87243-19A4-C9A0-E3B0-6EC584B1A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A6B57-5CFD-2B93-47D6-C7787E2C3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25D0-E652-44B3-A5EE-4BE7FA8A8357}" type="datetimeFigureOut">
              <a:rPr lang="en-IN" smtClean="0"/>
              <a:t>19/06/26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B5782-CE88-93C2-FCC3-09F702ECA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69677-80E2-3CB2-BC8E-A1ED03677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383EE-50D0-432A-837D-F9997283C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688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15D9AC-8EDA-F280-1C11-F35983D877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97D40A-D194-8A2F-7A9E-BB859A0A2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908DD-3C74-E34A-0E27-38C92F3CB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25D0-E652-44B3-A5EE-4BE7FA8A8357}" type="datetimeFigureOut">
              <a:rPr lang="en-IN" smtClean="0"/>
              <a:t>19/06/26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484DA-723D-082C-0775-FA252256B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A90F9-800B-D5B2-76CE-827452CA9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383EE-50D0-432A-837D-F9997283C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419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371A8C-6B9D-FAF3-77B6-CCB849AC7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E21E7-B7B7-F7E8-B4A4-A7AE8D047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68464-A9BA-F08E-1385-0E3458D148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5C25D0-E652-44B3-A5EE-4BE7FA8A8357}" type="datetimeFigureOut">
              <a:rPr lang="en-IN" smtClean="0"/>
              <a:t>19/06/26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17A65-2E65-B5DD-00B9-7BA6802F4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3D252-A9CF-AF57-2BBE-60B10741ED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383EE-50D0-432A-837D-F9997283C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403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68208-E44F-ACB6-21AC-1DDF81C08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E336FD7D-96FC-2CF1-D529-F30DF07E6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712"/>
            <a:ext cx="9201346" cy="951938"/>
          </a:xfrm>
        </p:spPr>
        <p:txBody>
          <a:bodyPr>
            <a:normAutofit/>
          </a:bodyPr>
          <a:lstStyle/>
          <a:p>
            <a:r>
              <a:rPr lang="en-IN" sz="2400" u="sng" dirty="0">
                <a:latin typeface="Montserrat SemiBold"/>
              </a:rPr>
              <a:t>Agenda</a:t>
            </a:r>
            <a:endParaRPr lang="en-IN" sz="2400" u="sng" dirty="0">
              <a:latin typeface="Montserrat SemiBold" panose="00000700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CDB9FB-2D49-A183-66DD-BE97846DAA58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F4B4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E612F7-B4F9-FF2F-4CAA-BDE62AC15742}"/>
              </a:ext>
            </a:extLst>
          </p:cNvPr>
          <p:cNvSpPr txBox="1"/>
          <p:nvPr/>
        </p:nvSpPr>
        <p:spPr>
          <a:xfrm>
            <a:off x="838200" y="1241650"/>
            <a:ext cx="46482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50" dirty="0"/>
              <a:t>Elastic Agent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50" dirty="0"/>
              <a:t>Decision Tree for Ingestion to Elastic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50" dirty="0"/>
              <a:t>Deployment Options </a:t>
            </a:r>
            <a:r>
              <a:rPr lang="en-GB" sz="1750"/>
              <a:t>for Elastic Agents</a:t>
            </a:r>
            <a:endParaRPr lang="en-GB" sz="17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50" dirty="0"/>
              <a:t>Demo</a:t>
            </a:r>
            <a:endParaRPr lang="en-IN" sz="1750" dirty="0"/>
          </a:p>
        </p:txBody>
      </p:sp>
    </p:spTree>
    <p:extLst>
      <p:ext uri="{BB962C8B-B14F-4D97-AF65-F5344CB8AC3E}">
        <p14:creationId xmlns:p14="http://schemas.microsoft.com/office/powerpoint/2010/main" val="2468301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2D79C-5163-3B44-F9E0-50BEB069B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E45D9F95-1D65-FE24-68C1-3626AEE7C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712"/>
            <a:ext cx="9201346" cy="951938"/>
          </a:xfrm>
        </p:spPr>
        <p:txBody>
          <a:bodyPr>
            <a:normAutofit/>
          </a:bodyPr>
          <a:lstStyle/>
          <a:p>
            <a:r>
              <a:rPr lang="en-IN" sz="2400" u="sng" dirty="0">
                <a:latin typeface="Montserrat SemiBold"/>
              </a:rPr>
              <a:t>Overview</a:t>
            </a:r>
            <a:endParaRPr lang="en-IN" sz="2400" u="sng" dirty="0">
              <a:latin typeface="Montserrat SemiBold" panose="00000700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8BC6DA-2143-6072-0AB3-961739F177F4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F4B4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E113DE-5FCE-3665-DCFE-E3718B264B6E}"/>
              </a:ext>
            </a:extLst>
          </p:cNvPr>
          <p:cNvSpPr txBox="1"/>
          <p:nvPr/>
        </p:nvSpPr>
        <p:spPr>
          <a:xfrm>
            <a:off x="567266" y="1241650"/>
            <a:ext cx="11057467" cy="1977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50" dirty="0"/>
              <a:t>Elastic Agent is a single, unified way to add monitoring for logs and metrics to a host.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7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50" dirty="0"/>
              <a:t>The integrations (over 400+) that come with Elastic Agent provide an easy way to connect external services and systems to Elastic.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7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50" dirty="0"/>
              <a:t>These integrations simplify the process of collecting, parsing, and shipping data from various sources, such as cloud services, security tools, observability stacks, and more.</a:t>
            </a:r>
          </a:p>
        </p:txBody>
      </p:sp>
    </p:spTree>
    <p:extLst>
      <p:ext uri="{BB962C8B-B14F-4D97-AF65-F5344CB8AC3E}">
        <p14:creationId xmlns:p14="http://schemas.microsoft.com/office/powerpoint/2010/main" val="2715642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B1FD5-E739-F850-9585-AD26B13C3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E868E2B-C69B-5049-57C8-97E0EBC18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712"/>
            <a:ext cx="9201346" cy="951938"/>
          </a:xfrm>
        </p:spPr>
        <p:txBody>
          <a:bodyPr>
            <a:normAutofit/>
          </a:bodyPr>
          <a:lstStyle/>
          <a:p>
            <a:r>
              <a:rPr lang="en-IN" sz="2400" u="sng" dirty="0">
                <a:latin typeface="Montserrat SemiBold"/>
              </a:rPr>
              <a:t>Ingestion Decision Tree</a:t>
            </a:r>
            <a:endParaRPr lang="en-IN" sz="2400" u="sng" dirty="0">
              <a:latin typeface="Montserrat SemiBold" panose="00000700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B70D2D-58AC-8EFA-4461-786E1FB7F686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F4B4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 descr="A diagram of a software process&#10;&#10;AI-generated content may be incorrect.">
            <a:extLst>
              <a:ext uri="{FF2B5EF4-FFF2-40B4-BE49-F238E27FC236}">
                <a16:creationId xmlns:a16="http://schemas.microsoft.com/office/drawing/2014/main" id="{BBBBB620-CF11-B0F9-5185-4FD014DC35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005" y="1028752"/>
            <a:ext cx="4889989" cy="553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051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DDF01-56BB-8985-4A58-2EB81C377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8008256-8D09-71ED-839B-EC4E7F024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712"/>
            <a:ext cx="9201346" cy="951938"/>
          </a:xfrm>
        </p:spPr>
        <p:txBody>
          <a:bodyPr>
            <a:normAutofit/>
          </a:bodyPr>
          <a:lstStyle/>
          <a:p>
            <a:r>
              <a:rPr lang="en-IN" sz="2400" u="sng" dirty="0">
                <a:latin typeface="Montserrat SemiBold"/>
              </a:rPr>
              <a:t>Elastic Agent Deployment Options</a:t>
            </a:r>
            <a:endParaRPr lang="en-IN" sz="2400" u="sng" dirty="0">
              <a:latin typeface="Montserrat SemiBold" panose="00000700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93B213-F263-7144-23A5-CADB882878B0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F4B4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E4848A-4680-A325-1F1C-EB4D014C62BF}"/>
              </a:ext>
            </a:extLst>
          </p:cNvPr>
          <p:cNvSpPr txBox="1"/>
          <p:nvPr/>
        </p:nvSpPr>
        <p:spPr>
          <a:xfrm>
            <a:off x="1134534" y="1242329"/>
            <a:ext cx="9587896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50" b="1" dirty="0"/>
              <a:t>Fleet-Managed Elastic Agent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i="1" dirty="0"/>
              <a:t>Fleet</a:t>
            </a:r>
            <a:r>
              <a:rPr lang="en-GB" dirty="0"/>
              <a:t>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/>
              <a:t>A centralised management where you can see the state of all Elastic Agents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/>
              <a:t>Serves as the communication channel back to the Elastic Agent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/>
              <a:t>It follows a server-client model, where Fleet acts as the central server and Elastic Agents function as distributed clients.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50" dirty="0"/>
              <a:t>Must be deployed on a supported infrastructure, such as Windows, Linux, macOS, Kubernetes, or Docker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7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50" dirty="0"/>
              <a:t>Makes the management and upgrade of Elastic Agents easier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750" dirty="0"/>
          </a:p>
          <a:p>
            <a:r>
              <a:rPr lang="en-GB" sz="1750" b="1" dirty="0"/>
              <a:t>Fleet-Managed Agentless (Beta)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50" dirty="0"/>
              <a:t>Ingest data without deploying an Elastic Agent.</a:t>
            </a:r>
          </a:p>
          <a:p>
            <a:pPr lvl="1"/>
            <a:endParaRPr lang="en-GB" sz="17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50" dirty="0"/>
              <a:t>Currently limited to certain integrations (e.g. AWS, Okta, CrowdStrike, etc.) and is in beta.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75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750" dirty="0"/>
          </a:p>
        </p:txBody>
      </p:sp>
    </p:spTree>
    <p:extLst>
      <p:ext uri="{BB962C8B-B14F-4D97-AF65-F5344CB8AC3E}">
        <p14:creationId xmlns:p14="http://schemas.microsoft.com/office/powerpoint/2010/main" val="830318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99320-441B-8132-5516-0493BF8F4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76766A3D-663A-D6EE-8BF9-1D1CE6729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712"/>
            <a:ext cx="9201346" cy="951938"/>
          </a:xfrm>
        </p:spPr>
        <p:txBody>
          <a:bodyPr>
            <a:normAutofit/>
          </a:bodyPr>
          <a:lstStyle/>
          <a:p>
            <a:r>
              <a:rPr lang="en-IN" sz="2400" u="sng" dirty="0">
                <a:latin typeface="Montserrat SemiBold"/>
              </a:rPr>
              <a:t>Elastic Agent Deployment Options (cont.)</a:t>
            </a:r>
            <a:endParaRPr lang="en-IN" sz="2400" u="sng" dirty="0">
              <a:latin typeface="Montserrat SemiBold" panose="00000700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7F8793-74D2-327B-48B6-4D9769F697D0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F4B4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2DA019-1E54-FA8E-0905-9E9880BD221A}"/>
              </a:ext>
            </a:extLst>
          </p:cNvPr>
          <p:cNvSpPr txBox="1"/>
          <p:nvPr/>
        </p:nvSpPr>
        <p:spPr>
          <a:xfrm>
            <a:off x="1134534" y="1242329"/>
            <a:ext cx="958789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50" b="1" dirty="0"/>
              <a:t>Standalone Elastic Agent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50" dirty="0"/>
              <a:t>Useful when central management via Fleet is not required: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sz="1750" dirty="0"/>
              <a:t>either due to specific security requirements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sz="1750" dirty="0"/>
              <a:t>or a preference for an alternative configuration management system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endParaRPr lang="en-GB" sz="17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50" dirty="0"/>
              <a:t>Elastic Agent has to be installed and manually configured on each host that needs to be monitored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7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50" dirty="0"/>
              <a:t>User is responsible for managing and upgrading each Elastic Agents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7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50" dirty="0"/>
              <a:t>Elastic recommends Fleet-Managed Elastic Agents, when possible, because it makes the management and upgrade of agents considerably easier</a:t>
            </a:r>
          </a:p>
        </p:txBody>
      </p:sp>
    </p:spTree>
    <p:extLst>
      <p:ext uri="{BB962C8B-B14F-4D97-AF65-F5344CB8AC3E}">
        <p14:creationId xmlns:p14="http://schemas.microsoft.com/office/powerpoint/2010/main" val="551152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4798</TotalTime>
  <Words>295</Words>
  <Application>Microsoft Macintosh PowerPoint</Application>
  <PresentationFormat>Widescreen</PresentationFormat>
  <Paragraphs>40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Courier New</vt:lpstr>
      <vt:lpstr>Montserrat SemiBold</vt:lpstr>
      <vt:lpstr>Office Theme</vt:lpstr>
      <vt:lpstr>Agenda</vt:lpstr>
      <vt:lpstr>Overview</vt:lpstr>
      <vt:lpstr>Ingestion Decision Tree</vt:lpstr>
      <vt:lpstr>Elastic Agent Deployment Options</vt:lpstr>
      <vt:lpstr>Elastic Agent Deployment Options (cont.)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Karnika Singh</dc:creator>
  <cp:lastModifiedBy>Microsoft Office User</cp:lastModifiedBy>
  <cp:revision>111</cp:revision>
  <dcterms:created xsi:type="dcterms:W3CDTF">2025-02-25T11:09:41Z</dcterms:created>
  <dcterms:modified xsi:type="dcterms:W3CDTF">2026-06-19T11:53:26Z</dcterms:modified>
</cp:coreProperties>
</file>